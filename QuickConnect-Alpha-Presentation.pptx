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QuickConnect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B4D8"/>
                </a:solidFill>
              </a:rPr>
              <a:t>A Location-Based Marketplace for Local Service Providers in Botswana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Alpha Presentation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F8"/>
                </a:solidFill>
              </a:rPr>
              <a:t>Webster Maunge  ·  202103578  ·  BSc Computer Science  ·  Supervisor: Dr Diallo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University of Botswana  ·  Faculty of Science  ·  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Why Botswana needs QuickConnect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4999"/>
                </a:solidFill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60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of customers struggle
to find reliable
service providers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4999"/>
                </a:solidFill>
              </a:rPr>
              <a:t>93%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560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of providers cite
customer acquisition
as their #1 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4999"/>
                </a:solidFill>
              </a:rPr>
              <a:t>5 hrs+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spent weekly by providers
on manual marketing
across multiple platforms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5544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155448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4999"/>
                </a:solidFill>
              </a:rPr>
              <a:t>P50B+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560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in mobile money
transactions in 2023 —
yet no unified marketplace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54864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977639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005072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991B1B"/>
                </a:solidFill>
              </a:rPr>
              <a:t>Challenges for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89120"/>
            <a:ext cx="521208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dirty="0">
                <a:solidFill>
                  <a:srgbClr val="1E293B"/>
                </a:solidFill>
              </a:rPr>
              <a:t>▸  No standard verification of providers</a:t>
            </a:r>
          </a:p>
          <a:p>
            <a:pPr algn="l">
              <a:spcBef>
                <a:spcPts val="400"/>
              </a:spcBef>
            </a:pPr>
            <a:r>
              <a:rPr sz="1300" dirty="0">
                <a:solidFill>
                  <a:srgbClr val="1E293B"/>
                </a:solidFill>
              </a:rPr>
              <a:t>▸  Fragmented search across FB, WhatsApp, newspapers</a:t>
            </a:r>
          </a:p>
          <a:p>
            <a:pPr algn="l">
              <a:spcBef>
                <a:spcPts val="400"/>
              </a:spcBef>
            </a:pPr>
            <a:r>
              <a:rPr sz="1300" dirty="0">
                <a:solidFill>
                  <a:srgbClr val="1E293B"/>
                </a:solidFill>
              </a:rPr>
              <a:t>▸  Cash-only</a:t>
            </a:r>
            <a:r>
              <a:rPr lang="en-US" sz="1300" dirty="0">
                <a:solidFill>
                  <a:srgbClr val="1E293B"/>
                </a:solidFill>
              </a:rPr>
              <a:t>:</a:t>
            </a:r>
            <a:r>
              <a:rPr sz="1300" dirty="0">
                <a:solidFill>
                  <a:srgbClr val="1E293B"/>
                </a:solidFill>
              </a:rPr>
              <a:t> no records or dispute resolution</a:t>
            </a:r>
          </a:p>
          <a:p>
            <a:pPr algn="l">
              <a:spcBef>
                <a:spcPts val="400"/>
              </a:spcBef>
            </a:pPr>
            <a:r>
              <a:rPr sz="1300" dirty="0">
                <a:solidFill>
                  <a:srgbClr val="1E293B"/>
                </a:solidFill>
              </a:rPr>
              <a:t>▸  No way to track bookings or service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977639"/>
            <a:ext cx="54864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3977639"/>
            <a:ext cx="5486400" cy="3657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005072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92400E"/>
                </a:solidFill>
              </a:rPr>
              <a:t>Challenges for Providers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891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Market reach limited to personal networks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Inconsistent income, no customer pipeline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No platform to build professional reputation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Geographical expansion is virtually impossible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Introducing QuickConnect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Bridging the gap between customers and service providers in Botswana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47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E293B"/>
                </a:solidFill>
              </a:rPr>
              <a:t>QuickConnect is a web-based marketplace that connects customers with verified local service providers through intelligent matching, real-time communication, transparent pricing, and integrated digital payments — built specifically for Botswana.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36576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3657600" cy="50292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Browse providers by category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Post 'Looking For' requests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Receive competitive quotes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Location-aware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880360"/>
            <a:ext cx="36576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2880360"/>
            <a:ext cx="365760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80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</a:rPr>
              <a:t>Book &amp;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429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Confirm bookings seamlessly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Real-time in-app messaging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Track booking status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Manage schedules easily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880360"/>
            <a:ext cx="36576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880360"/>
            <a:ext cx="365760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</a:rPr>
              <a:t>Pay Safely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4290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In-app wallet (BWP)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Escrow-protected payments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Mobile money top-up support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▸  Admin dispute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What QuickConnect sets out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2920" cy="155448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4999"/>
                </a:solidFill>
              </a:rPr>
              <a:t>Centralised Service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Build a searchable directory of local service providers with verified profiles, ratings, and portfolio — replacing fragmented Facebook groups and WhatsApp searches.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502920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Customer-Centric 'Looking For'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1168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Invert the traditional marketplace model: customers post service needs, providers respond with competitive quotes, enabling efficient two-way matching.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502920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703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37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Seamless Booking &amp; 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49039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Enable customers to book services, track status, and communicate with providers in real time through integrated in-app chat — all in one place.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246120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246120"/>
            <a:ext cx="502920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703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37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Secure Digital Payments &amp; Escrow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49039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Integrate in-app wallets (BWP) with escrow protection and mobile money support, formalising transactions and providing dispute resolution for both parties.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83479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983479"/>
            <a:ext cx="50292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544067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07491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Admin Governance &amp; Trust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486399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Provide an admin layer for user management, category control, payment oversight and dispute arbitration — ensuring platform integrity and user trust.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983479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63640" y="4983479"/>
            <a:ext cx="502920" cy="15544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544067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07491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2777"/>
                </a:solidFill>
              </a:rPr>
              <a:t>Botswana-First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486399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Design every feature around local context: BWP currency, local service categories, mobile money integration, and PostGIS location services for Gaborone and beyond.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Modern, scalable, Botswana-ready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64592" cy="114300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4999"/>
                </a:solidFill>
              </a:rPr>
              <a:t>Frontend  —  React 19 · TypeScript · Vite 7 · Tailwind CSS v4 · React Router v7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92807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Component-based SPA with full TypeScript type safety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Responsive design works on mobile and desktop browsers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Deployed to GitHub Pages (base: /QuickConnect/)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70632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770632"/>
            <a:ext cx="164592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81635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Backend  —  Supabase (PostgreSQL · PostGIS · Auth · Realtime · Storage)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79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Auto-generated REST API via PostgREST — zero custom server code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Row-Level Security (RLS) enforced at database level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Real-time WebSocket subscriptions for chat &amp; notifications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32504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032504"/>
            <a:ext cx="16459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078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Database Schema  —  PostgreSQL 16 + PostGIS (geography types)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165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14+ tables: profiles, services, bookings, payments, wallets, chat, reviews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4 migration versions tracking feature growth from v1 → v4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Custom RPCs: top_up_wallet, initiate_wallet_payment, admin_refund/release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94375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294375"/>
            <a:ext cx="164592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34009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Payments  —  In-App Wallet (BWP) · Escrow Engine · Mobile Money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78423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wallet_transactions table tracks top-ups, holds, releases, refunds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Escrow triggers auto-release when both parties confirm completion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▸  Admin RPCs for dispute resolution and manual payment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🗺  Google Maps API key provisioned · PostGIS geospatial queries ready · Maps integration upcoming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Has Been Achieved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Core platform features — live and functional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7315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7315200" cy="384048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Authentication &amp;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7040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Email/password sign-up &amp; login via Supabase Auth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Role-based accounts: Customer · Provider · Admin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Profile management with business name &amp; contact info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Auto-creation of service_providers row on provider signup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7315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73152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Service Provider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39312"/>
            <a:ext cx="7040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Browsable provider listings with ratings &amp; verification badges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20 seeded service categories (plumbing, cleaning, tutoring…)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Provider detail pages with services, portfolio &amp; reviews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Category request workflow for providers to suggest new 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92040"/>
            <a:ext cx="7315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73152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93775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'Looking For' 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30952"/>
            <a:ext cx="7040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Customers post service requests with budget, urgency &amp; location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Providers browse and respond with competitive quotes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Real-time subscription on post detail for live response updates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▸  Post status lifecycle: open → in-progress → completed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508760"/>
            <a:ext cx="39319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79" y="1508760"/>
            <a:ext cx="3931920" cy="41148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15544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Build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011680"/>
            <a:ext cx="3657600" cy="407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User auth &amp; roles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Profile CRUD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Service categories (20)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Provider listings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Looking For posts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Provider quote responses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Real-time notifications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In-app chat (</a:t>
            </a:r>
            <a:r>
              <a:rPr sz="1200" dirty="0" err="1">
                <a:solidFill>
                  <a:srgbClr val="16A34A"/>
                </a:solidFill>
              </a:rPr>
              <a:t>realtime</a:t>
            </a:r>
            <a:r>
              <a:rPr sz="1200" dirty="0">
                <a:solidFill>
                  <a:srgbClr val="16A34A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Booking management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In-app wallet (BWP)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Escrow payment engine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Admin dashboard</a:t>
            </a:r>
            <a:endParaRPr lang="en-US" sz="1200" dirty="0">
              <a:solidFill>
                <a:srgbClr val="16A34A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Admin user management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Admin reports &amp; disputes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6A34A"/>
                </a:solidFill>
              </a:rPr>
              <a:t>Done: </a:t>
            </a:r>
            <a:r>
              <a:rPr sz="1200" dirty="0">
                <a:solidFill>
                  <a:srgbClr val="16A34A"/>
                </a:solidFill>
              </a:rPr>
              <a:t>Admin category control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D97706"/>
                </a:solidFill>
              </a:rPr>
              <a:t>Soon: </a:t>
            </a:r>
            <a:r>
              <a:rPr sz="1200" dirty="0">
                <a:solidFill>
                  <a:srgbClr val="D97706"/>
                </a:solidFill>
              </a:rPr>
              <a:t>Google Maps integration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D97706"/>
                </a:solidFill>
              </a:rPr>
              <a:t>Soon: </a:t>
            </a:r>
            <a:r>
              <a:rPr sz="1200" dirty="0">
                <a:solidFill>
                  <a:srgbClr val="D97706"/>
                </a:solidFill>
              </a:rPr>
              <a:t>Mobile app (Flutter)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D97706"/>
                </a:solidFill>
              </a:rPr>
              <a:t>Soon: </a:t>
            </a:r>
            <a:r>
              <a:rPr sz="1200" dirty="0">
                <a:solidFill>
                  <a:srgbClr val="D97706"/>
                </a:solidFill>
              </a:rPr>
              <a:t>SMS / push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Has Been Achieved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Payments, chat, bookings &amp; admin — all functional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864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Real-Time 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Conversation list per user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WebSocket messages — no refresh needed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Linked to bookings &amp; Looking For posts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Timestamps and read indicators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486400" cy="45720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79" y="155448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Bookings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659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Full booking lifecycle (pending→confirmed→completed)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Customer and provider views on My Bookings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Wallet-based payment initiation via RPC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Booking detail with status tracking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4864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Wallet &amp; Payments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251959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In-app BWP wallet per user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Top-up via top_up_wallet RPC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Escrow held on booking, released on completion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Admin can refund or force-release payments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5486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79" y="3749039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Admin Suite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16052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251959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Dashboard: platform stats &amp; recent activity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User management: role changes, suspensions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Reports: disputes, payment arbitration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</a:rPr>
              <a:t>• Category approval &amp;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PostgreSQL + PostGIS · 4 migration 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486400" cy="41148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Users &amp; Identity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104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profiles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057400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104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0128" y="2148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service_providers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104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834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service_categories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743200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104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0128" y="2834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category_requests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08760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508760"/>
            <a:ext cx="54864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572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Service Marketplace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057400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2148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057400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62288" y="2148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service_areas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743200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2834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looking_for_posts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743200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62288" y="2834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looking_for_responses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40479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840479"/>
            <a:ext cx="548640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90448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389119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44805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bookings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4389119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10128" y="44805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payments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074919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51663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wallets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5074919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10128" y="51663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wallet_transactions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840479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17920" y="3840479"/>
            <a:ext cx="54864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390448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Communication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389119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10528" y="44805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conversations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4389119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62288" y="44805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messages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074919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10528" y="51663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notifications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5074919"/>
            <a:ext cx="2423160" cy="530352"/>
          </a:xfrm>
          <a:prstGeom prst="rect">
            <a:avLst/>
          </a:prstGeom>
          <a:solidFill>
            <a:srgbClr val="F0F7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62288" y="51663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reviews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v1  schema.sql  ·  Base tables, RLS, triggers, 20 categories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v2  migration  ·  Escrow columns, payment statuses, category_requests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v3  migration  ·  Provider auto-creation on signup + backfill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v4  migration  ·  Wallets, wallet_transactions, escrow RPCs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B4D8"/>
                </a:solidFill>
              </a:rPr>
              <a:t>QuickConnect  —  Connecting Botswana, One Service at a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4572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Webster Maunge  ·  202103578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8"/>
                </a:solidFill>
              </a:rPr>
              <a:t>BSc Computer Science  ·  University of Botswana  ·  Supervisor: Dr Diallo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8D4F8"/>
                </a:solidFill>
              </a:rPr>
              <a:t>GitHub: github.com/pc/QuickConnect  ·  Deployed: GitHub Pages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1193</Words>
  <Application>Microsoft Office PowerPoint</Application>
  <PresentationFormat>Custom</PresentationFormat>
  <Paragraphs>171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Webster Maunge</cp:lastModifiedBy>
  <cp:revision>2</cp:revision>
  <dcterms:created xsi:type="dcterms:W3CDTF">2013-01-27T09:14:16Z</dcterms:created>
  <dcterms:modified xsi:type="dcterms:W3CDTF">2026-03-24T21:10:31Z</dcterms:modified>
  <cp:category/>
</cp:coreProperties>
</file>